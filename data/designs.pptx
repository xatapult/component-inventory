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0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9931-85F1-90FD-409E-BBE80BDD2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D73E7-0E9A-C768-8466-D4FA3A16F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E9BA5-D600-59DE-E057-FD212BB2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3B73-F39A-3706-CA86-1BF2C7C1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318B8-0FB3-1E7A-4AC1-F11F2753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17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9666-5F72-7031-BE58-7C113CC2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A7B5-1BF0-E39B-A654-5C40CEFFB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E204D-2302-2556-1A0A-30CF1FB5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F3203-E291-4655-B155-DCDB31E9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5D3CB-024F-A9D8-738B-622962CE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234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78EC-26E1-939B-D065-1124088F1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64EE8-FBBC-4496-08ED-FBB8431D3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310DE-8536-AA8E-064E-0CFD8DC0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78024-E41A-F6FF-A046-BD54CC34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92F23-3B4B-1DBC-6471-C2DDFC46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610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40F0-DDE7-DEC4-45DB-3B44A680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3CDDB-F238-B27F-F73D-F29EA1EC7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C1649-B024-5B1F-1DA0-D8D4501F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D7920-B8B2-517E-51A5-0A225958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FCD06-4448-F757-779D-159E6892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77BBB-84FC-979E-BC34-1630CEE8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02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8306-EC97-3EAA-B385-25784A97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1CE85-C3A2-6382-D2BA-C3CA873A1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FAB46-CF63-4770-02CF-A30B87D7C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9F8CE-62DF-5DC6-DDE4-FA9B266C1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B62EB-4FF6-CCC6-0ACE-6D676FCB3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91CEFC-7E77-8B3C-FB75-8A0F9B91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DDEB4-0704-A32D-8D81-5DCF4C52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FA8EE-3520-5A93-AA9D-C295275B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446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5741-2774-6113-2966-B4961956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A89F9-E890-F095-2977-4BFD2D74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E1965-E0BC-09D7-F148-C9600EF4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6E597-1A39-AD74-091F-9622E1C5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72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BAFF7-E49B-640D-99CC-6BC3EE43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A850B-1A08-6987-60F0-7A734B32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5D98-718F-A696-6932-B265C0A5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8918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5C62-5417-F412-B09F-87CC4FDE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E40BE-EEB8-12EA-2E2D-D9D689009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8245B-2332-C195-C5E9-2D71A981D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AE187-2CDC-369D-51B6-9DC16A26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B881B-34B8-0526-AB82-6C0A9C1D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C0915-2E8F-BAC8-AAAC-F57E464E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8224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B2E7-1F38-25AA-6574-529821AB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790D1-E216-02E0-E0D4-03E53B167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0DDC-EB40-9A4A-6255-AB47DDE9E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EAF5E-3526-444C-4AEE-8CCD7F28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C348E-0CF6-80FA-A03D-DC73A8BB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7F731-F77F-8FA1-3E9C-CB0F0A8F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118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2653-D965-7C67-FE9E-F32BE9D6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57E61-2484-CEB2-E991-86219F7C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90BD-7F76-008A-4738-DE022E86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833E-BDF2-3AEB-B594-23EC124C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4D4E6-231C-8497-6032-71A180D9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538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2A070-E6F2-FB24-A66D-F01827BFD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F10CE-EF1B-AA43-27C0-8C85DFBB2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EF984-B292-3D67-09B4-1852FCB3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19229-BD30-1991-0BA3-B5F1C9B4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3FFE-BECD-FE37-7A52-7A406A22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44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D573A-3F53-EA80-A16F-C514B1B71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B8646-594F-2DB1-6BDA-9B19DB6FA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23837-9B63-BFF0-8360-837FCABBE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DBB42-E006-4BAD-AFAD-FA8765C2B6ED}" type="datetimeFigureOut">
              <a:rPr lang="en-NL" smtClean="0"/>
              <a:t>15/01/2026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37A66-1C5F-289B-25D3-E438D4C8D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DB925-9FAC-987B-8A75-AF3F53D7C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830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0A816-22DB-7C8F-0958-F1E2428CB0C1}"/>
              </a:ext>
            </a:extLst>
          </p:cNvPr>
          <p:cNvSpPr txBox="1"/>
          <p:nvPr/>
        </p:nvSpPr>
        <p:spPr>
          <a:xfrm>
            <a:off x="1009049" y="1742875"/>
            <a:ext cx="109797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1">
                <a:solidFill>
                  <a:srgbClr val="920629"/>
                </a:solidFill>
                <a:latin typeface="Rotis Semi Serif Std" panose="02020603060505020204" pitchFamily="18" charset="0"/>
              </a:rPr>
              <a:t>component-inventory</a:t>
            </a:r>
          </a:p>
        </p:txBody>
      </p:sp>
    </p:spTree>
    <p:extLst>
      <p:ext uri="{BB962C8B-B14F-4D97-AF65-F5344CB8AC3E}">
        <p14:creationId xmlns:p14="http://schemas.microsoft.com/office/powerpoint/2010/main" val="289003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Rotis Semi Serif Std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Siegel</dc:creator>
  <cp:lastModifiedBy>Erik Siegel</cp:lastModifiedBy>
  <cp:revision>6</cp:revision>
  <dcterms:created xsi:type="dcterms:W3CDTF">2022-11-21T19:21:42Z</dcterms:created>
  <dcterms:modified xsi:type="dcterms:W3CDTF">2026-01-15T09:13:52Z</dcterms:modified>
</cp:coreProperties>
</file>